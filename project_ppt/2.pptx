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3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1" autoAdjust="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06-01-2026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4344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06-01-2026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5476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06-01-2026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7153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06-01-2026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1415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06-01-2026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794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06-01-2026</a:t>
            </a:fld>
            <a:endParaRPr lang="en-IN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5691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06-01-2026</a:t>
            </a:fld>
            <a:endParaRPr lang="en-IN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329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06-01-2026</a:t>
            </a:fld>
            <a:endParaRPr lang="en-IN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5015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06-01-2026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4354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06-01-2026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3472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06-01-2026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7522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06-01-2026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095255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06-01-2026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95641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06-01-2026</a:t>
            </a:fld>
            <a:endParaRPr lang="en-IN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90513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06-01-2026</a:t>
            </a:fld>
            <a:endParaRPr lang="en-IN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53632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06-01-2026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25321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06-01-2026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4512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1A7EAFB-6D89-475A-AF1D-AF2E591642D1}" type="datetimeFigureOut">
              <a:rPr lang="en-IN" smtClean="0"/>
              <a:t>06-01-2026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BB669B-009E-4B40-AFDC-4BA57BF902A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5070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makery.ch/library/html-css/part1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thank-you-polaroid-letters-2490552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66951-2B14-D744-D4A5-8538417EF1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3951" y="1398167"/>
            <a:ext cx="12192001" cy="1901857"/>
          </a:xfrm>
        </p:spPr>
        <p:txBody>
          <a:bodyPr>
            <a:normAutofit fontScale="90000"/>
          </a:bodyPr>
          <a:lstStyle/>
          <a:p>
            <a:r>
              <a:rPr lang="en-IN" sz="4900" b="1" u="sng" dirty="0">
                <a:solidFill>
                  <a:srgbClr val="00B0F0"/>
                </a:solidFill>
              </a:rPr>
              <a:t>PROJECT  NAME  : AGE  SURVEY  ANALYZER</a:t>
            </a:r>
            <a:r>
              <a:rPr lang="en-IN" dirty="0"/>
              <a:t>											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EA5A6F-FB8E-F02E-94E8-838C6C721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4719" y="2959511"/>
            <a:ext cx="11321590" cy="3569108"/>
          </a:xfrm>
        </p:spPr>
        <p:txBody>
          <a:bodyPr/>
          <a:lstStyle/>
          <a:p>
            <a:pPr algn="l"/>
            <a:r>
              <a:rPr lang="en-I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SUBMITED BY:                                                                         GUIDENCE/SUBMITED TO:                                                            </a:t>
            </a:r>
          </a:p>
          <a:p>
            <a:pPr algn="l"/>
            <a:r>
              <a:rPr lang="en-I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SHIVAM KUMAR                                                                     MISS.NAINA DEVI</a:t>
            </a:r>
          </a:p>
          <a:p>
            <a:pPr algn="l"/>
            <a:r>
              <a:rPr lang="en-I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1</a:t>
            </a:r>
            <a:r>
              <a:rPr lang="en-IN" baseline="300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ST</a:t>
            </a:r>
            <a:r>
              <a:rPr lang="en-I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SEMESTER                                                                           IBM SME</a:t>
            </a:r>
          </a:p>
          <a:p>
            <a:pPr algn="l"/>
            <a:r>
              <a:rPr lang="en-I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BTECH CSE (AI/ML)                                                                SESSION:2025-26</a:t>
            </a:r>
          </a:p>
          <a:p>
            <a:pPr algn="l"/>
            <a:r>
              <a:rPr lang="en-I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SECTION: B                                                                              ERP=RU-25-11678</a:t>
            </a:r>
          </a:p>
          <a:p>
            <a:pPr algn="l"/>
            <a:r>
              <a:rPr lang="en-I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IBM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E14C77-3D20-195C-7FA8-ED2D14E9D4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7152" y="0"/>
            <a:ext cx="5731496" cy="133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508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6F4C0-25F7-74D6-BCC6-243B20959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📌</a:t>
            </a:r>
            <a:r>
              <a:rPr lang="en-US" b="1" u="sng" dirty="0">
                <a:solidFill>
                  <a:srgbClr val="FF0000"/>
                </a:solidFill>
              </a:rPr>
              <a:t>AGENDA</a:t>
            </a:r>
            <a:endParaRPr lang="en-IN" b="1" u="sng" dirty="0">
              <a:solidFill>
                <a:srgbClr val="FF0000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1F4DB6F-3F64-19FE-CE4D-12B54BAE3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864" y="1853248"/>
            <a:ext cx="10718276" cy="38876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👤 </a:t>
            </a:r>
            <a:r>
              <a:rPr lang="en-US" sz="2400" dirty="0"/>
              <a:t>To design a C program that’s collects age data from multiple users.</a:t>
            </a:r>
          </a:p>
          <a:p>
            <a:pPr marL="0" indent="0">
              <a:buNone/>
            </a:pPr>
            <a:r>
              <a:rPr lang="en-US" sz="2400" dirty="0"/>
              <a:t> 📊 To categorize users into different age using conditional statements.</a:t>
            </a:r>
          </a:p>
          <a:p>
            <a:pPr marL="0" indent="0">
              <a:buNone/>
            </a:pPr>
            <a:r>
              <a:rPr lang="en-US" sz="2400" dirty="0"/>
              <a:t>🔁 To apply loop control for repetitive data input.</a:t>
            </a:r>
          </a:p>
          <a:p>
            <a:pPr marL="0" indent="0">
              <a:buNone/>
            </a:pPr>
            <a:r>
              <a:rPr lang="en-US" sz="2400" dirty="0"/>
              <a:t> ✅ To count and display the number of users in each age category.</a:t>
            </a:r>
          </a:p>
          <a:p>
            <a:pPr marL="0" indent="0">
              <a:buNone/>
            </a:pPr>
            <a:r>
              <a:rPr lang="en-US" sz="2400" dirty="0"/>
              <a:t> 💡To demonstrate the practical use of variables, loops, and if–else    conditions in C…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44266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B0BCD-CDDF-9B98-4AED-B6019CB78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🎯 </a:t>
            </a:r>
            <a:r>
              <a:rPr lang="en-IN" b="1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OBJECTIVE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704F4-A01E-7AFE-08A9-ADD54A8EA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938" y="2052918"/>
            <a:ext cx="11547835" cy="4195481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/>
              <a:t>💻 To understand the basic structure of a C program.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📥 To collect age data from multiple users.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📊 To analyze and classify users into age groups.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🔁 To apply loops for repetitive data input.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🧠 To implement conditional (if–else) statements.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📈 To generate and display summarized survey results.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86972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3E70E-F353-DFA0-E551-C059948FE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88" y="66219"/>
            <a:ext cx="11736371" cy="1400530"/>
          </a:xfrm>
        </p:spPr>
        <p:txBody>
          <a:bodyPr>
            <a:normAutofit/>
          </a:bodyPr>
          <a:lstStyle/>
          <a:p>
            <a:r>
              <a:rPr lang="en-IN" dirty="0"/>
              <a:t>🧾 </a:t>
            </a:r>
            <a:r>
              <a:rPr lang="en-IN" b="1" u="sng" dirty="0">
                <a:solidFill>
                  <a:srgbClr val="FFFF00"/>
                </a:solidFill>
              </a:rPr>
              <a:t>INTRODUCTION TO PROJECT</a:t>
            </a:r>
            <a:br>
              <a:rPr lang="en-IN" dirty="0"/>
            </a:br>
            <a:r>
              <a:rPr lang="en-IN"/>
              <a:t>             </a:t>
            </a:r>
            <a:r>
              <a:rPr lang="en-IN" sz="3200" b="1" u="sng">
                <a:solidFill>
                  <a:schemeClr val="accent3">
                    <a:lumMod val="60000"/>
                    <a:lumOff val="40000"/>
                  </a:schemeClr>
                </a:solidFill>
              </a:rPr>
              <a:t>🧑‍🤝‍🧑</a:t>
            </a:r>
            <a:r>
              <a:rPr lang="en-IN" sz="3200" b="1" u="sng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Age Survey  Analyzer Using c program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28E034-E8DE-C62E-E55D-9A6EAFC2B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88" y="1809946"/>
            <a:ext cx="12056882" cy="485480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👋 Overview</a:t>
            </a:r>
          </a:p>
          <a:p>
            <a:r>
              <a:rPr lang="en-US" sz="2100" dirty="0"/>
              <a:t>This project is a simple console-based C application designed to collect age data from multiple users and analyze it by grouping users into different age categories such as Children, Teens, Adults, and Seniors.</a:t>
            </a:r>
          </a:p>
          <a:p>
            <a:r>
              <a:rPr lang="en-US" dirty="0"/>
              <a:t>💡 Purpose</a:t>
            </a:r>
          </a:p>
          <a:p>
            <a:r>
              <a:rPr lang="en-US" sz="2100" dirty="0"/>
              <a:t>The project helps in understanding the practical implementation of loops, conditional statements (if–else), and counter variables in the C programming language</a:t>
            </a:r>
            <a:r>
              <a:rPr lang="en-US" dirty="0"/>
              <a:t>.</a:t>
            </a:r>
          </a:p>
          <a:p>
            <a:r>
              <a:rPr lang="en-US" dirty="0"/>
              <a:t>⚙️ Working Principle</a:t>
            </a:r>
          </a:p>
          <a:p>
            <a:r>
              <a:rPr lang="en-US" sz="2100" dirty="0"/>
              <a:t>The program takes user input using a loop, checks each age using conditions, and finally displays a summarized report of the survey.</a:t>
            </a:r>
          </a:p>
          <a:p>
            <a:r>
              <a:rPr lang="en-US" dirty="0"/>
              <a:t>🎯 Application</a:t>
            </a:r>
          </a:p>
          <a:p>
            <a:r>
              <a:rPr lang="en-US" sz="2100" dirty="0"/>
              <a:t>Such age-based analysis can be used in surveys, population studies, educational research, and basic data analysis systems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4889753"/>
      </p:ext>
    </p:extLst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A5757-8413-9630-1729-EA18B5608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🛠️ </a:t>
            </a:r>
            <a:r>
              <a:rPr lang="en-IN" u="sng" dirty="0">
                <a:solidFill>
                  <a:schemeClr val="accent2"/>
                </a:solidFill>
              </a:rPr>
              <a:t>TOOLS &amp; TECHNOLOGIES USED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2763538-038F-1B39-7521-B5DFB8F558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222449" y="1420326"/>
            <a:ext cx="6571343" cy="3122177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42A2EBD-C2C5-9814-5BFC-A284F106E505}"/>
              </a:ext>
            </a:extLst>
          </p:cNvPr>
          <p:cNvSpPr txBox="1"/>
          <p:nvPr/>
        </p:nvSpPr>
        <p:spPr>
          <a:xfrm>
            <a:off x="639097" y="2145724"/>
            <a:ext cx="524059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💻 Visual Studio Code (VS Code)</a:t>
            </a:r>
          </a:p>
          <a:p>
            <a:r>
              <a:rPr lang="en-US" dirty="0"/>
              <a:t>Used as the source code editor for writing and managing the C program.</a:t>
            </a:r>
          </a:p>
          <a:p>
            <a:r>
              <a:rPr lang="en-US" dirty="0"/>
              <a:t>Provides syntax highlighting and an easy-to-use interface.</a:t>
            </a:r>
          </a:p>
          <a:p>
            <a:r>
              <a:rPr lang="en-US" dirty="0"/>
              <a:t>⚙️ GCC Compiler</a:t>
            </a:r>
          </a:p>
          <a:p>
            <a:r>
              <a:rPr lang="en-US" dirty="0"/>
              <a:t>Used to compile and execute the C program.</a:t>
            </a:r>
          </a:p>
          <a:p>
            <a:r>
              <a:rPr lang="en-US" dirty="0"/>
              <a:t>Converts C source code into executable machine code.</a:t>
            </a:r>
          </a:p>
          <a:p>
            <a:r>
              <a:rPr lang="en-US" dirty="0"/>
              <a:t>⌨️ C Programming Language</a:t>
            </a:r>
          </a:p>
          <a:p>
            <a:r>
              <a:rPr lang="en-US" dirty="0"/>
              <a:t>Used to implement program logic using loops, conditions, and variables.</a:t>
            </a:r>
          </a:p>
          <a:p>
            <a:r>
              <a:rPr lang="en-US" dirty="0"/>
              <a:t>🖥️ Windows Operating System</a:t>
            </a:r>
          </a:p>
          <a:p>
            <a:r>
              <a:rPr lang="en-US" dirty="0"/>
              <a:t>Provides the environment to run VS Code and GCC compiler.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AA76F61-B092-2618-8D13-F25D318077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4353" y="4580321"/>
            <a:ext cx="5647647" cy="181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7730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06AFF-978F-A3DB-04FD-150FE2C3D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⚙️ </a:t>
            </a:r>
            <a:r>
              <a:rPr lang="en-IN" b="1" u="sng" dirty="0">
                <a:solidFill>
                  <a:srgbClr val="FF0000"/>
                </a:solidFill>
              </a:rPr>
              <a:t>PROJECT 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10AEF-3939-6154-3C7E-4D70F987F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74840"/>
            <a:ext cx="11180976" cy="492596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1️⃣ 🧑‍💻 User Input</a:t>
            </a:r>
          </a:p>
          <a:p>
            <a:r>
              <a:rPr lang="en-US" dirty="0"/>
              <a:t>The program first asks for the number of users and then takes age input for each user.</a:t>
            </a:r>
          </a:p>
          <a:p>
            <a:r>
              <a:rPr lang="en-US" dirty="0"/>
              <a:t>2️⃣ 🔁 Loop Execution</a:t>
            </a:r>
          </a:p>
          <a:p>
            <a:r>
              <a:rPr lang="en-US" dirty="0"/>
              <a:t>A for loop runs repeatedly to collect age data from all users one by one.</a:t>
            </a:r>
          </a:p>
          <a:p>
            <a:r>
              <a:rPr lang="en-US" dirty="0"/>
              <a:t>3️⃣ 🧠 Condition Checking</a:t>
            </a:r>
          </a:p>
          <a:p>
            <a:r>
              <a:rPr lang="en-US" dirty="0"/>
              <a:t>Each entered age is checked using if–else conditions to determine the age group.</a:t>
            </a:r>
          </a:p>
          <a:p>
            <a:r>
              <a:rPr lang="en-US" dirty="0"/>
              <a:t>4️⃣ 📊 Classification</a:t>
            </a:r>
          </a:p>
          <a:p>
            <a:r>
              <a:rPr lang="en-US" dirty="0"/>
              <a:t>Users are categorized into:</a:t>
            </a:r>
          </a:p>
          <a:p>
            <a:r>
              <a:rPr lang="en-US" u="sng" dirty="0">
                <a:solidFill>
                  <a:srgbClr val="FFFF00"/>
                </a:solidFill>
                <a:highlight>
                  <a:srgbClr val="C0C0C0"/>
                </a:highlight>
              </a:rPr>
              <a:t>Children (0–12)</a:t>
            </a:r>
          </a:p>
          <a:p>
            <a:r>
              <a:rPr lang="en-US" dirty="0">
                <a:solidFill>
                  <a:srgbClr val="0070C0"/>
                </a:solidFill>
                <a:highlight>
                  <a:srgbClr val="C0C0C0"/>
                </a:highlight>
              </a:rPr>
              <a:t>Teens (13–19)</a:t>
            </a:r>
          </a:p>
          <a:p>
            <a:r>
              <a:rPr lang="en-US" dirty="0">
                <a:solidFill>
                  <a:srgbClr val="00B050"/>
                </a:solidFill>
                <a:highlight>
                  <a:srgbClr val="C0C0C0"/>
                </a:highlight>
              </a:rPr>
              <a:t>Adults (20–59)</a:t>
            </a:r>
          </a:p>
          <a:p>
            <a:r>
              <a:rPr lang="en-US" dirty="0">
                <a:solidFill>
                  <a:srgbClr val="FF0000"/>
                </a:solidFill>
                <a:highlight>
                  <a:srgbClr val="C0C0C0"/>
                </a:highlight>
              </a:rPr>
              <a:t>Seniors (60+)</a:t>
            </a:r>
          </a:p>
          <a:p>
            <a:r>
              <a:rPr lang="en-US" dirty="0"/>
              <a:t>5️⃣ 📈 Result Display</a:t>
            </a:r>
          </a:p>
          <a:p>
            <a:r>
              <a:rPr lang="en-US" dirty="0"/>
              <a:t>After processing all inputs, the program displays the final count of each age group.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30DA83-85BE-11FF-924A-00E0D5A4B4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3688" y="3628104"/>
            <a:ext cx="5455320" cy="2143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83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F3863-1B39-436D-A39C-6C4404699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88" y="18255"/>
            <a:ext cx="12009748" cy="1009267"/>
          </a:xfrm>
        </p:spPr>
        <p:txBody>
          <a:bodyPr/>
          <a:lstStyle/>
          <a:p>
            <a:r>
              <a:rPr lang="en-US" dirty="0"/>
              <a:t>📸 </a:t>
            </a:r>
            <a:r>
              <a:rPr lang="en-US" b="1" u="sng" dirty="0">
                <a:solidFill>
                  <a:srgbClr val="FFFF00"/>
                </a:solidFill>
              </a:rPr>
              <a:t>SCREENSHOT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dirty="0"/>
              <a:t>(</a:t>
            </a:r>
            <a:r>
              <a:rPr lang="en-US" b="1" u="sng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survey analyzer code</a:t>
            </a:r>
            <a:r>
              <a:rPr lang="en-US" dirty="0"/>
              <a:t>)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D6EA546-146F-3001-27CC-18137BB1AC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8" y="1027522"/>
            <a:ext cx="12126012" cy="5812223"/>
          </a:xfrm>
        </p:spPr>
      </p:pic>
    </p:spTree>
    <p:extLst>
      <p:ext uri="{BB962C8B-B14F-4D97-AF65-F5344CB8AC3E}">
        <p14:creationId xmlns:p14="http://schemas.microsoft.com/office/powerpoint/2010/main" val="3764755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91C69-3D5B-BAE3-D879-BAB3C16A4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47" y="254524"/>
            <a:ext cx="11368725" cy="59938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3. Core Concepts Used</a:t>
            </a:r>
          </a:p>
          <a:p>
            <a:pPr>
              <a:lnSpc>
                <a:spcPct val="150000"/>
              </a:lnSpc>
            </a:pPr>
            <a:r>
              <a:rPr lang="en-US" dirty="0"/>
              <a:t>Loop (for) → to process multiple users</a:t>
            </a:r>
          </a:p>
          <a:p>
            <a:pPr>
              <a:lnSpc>
                <a:spcPct val="150000"/>
              </a:lnSpc>
            </a:pPr>
            <a:r>
              <a:rPr lang="en-US" dirty="0"/>
              <a:t>Conditional statements (if-else) → to classify age groups</a:t>
            </a:r>
          </a:p>
          <a:p>
            <a:pPr>
              <a:lnSpc>
                <a:spcPct val="150000"/>
              </a:lnSpc>
            </a:pPr>
            <a:r>
              <a:rPr lang="en-US" dirty="0"/>
              <a:t>Counters → to store survey results</a:t>
            </a:r>
          </a:p>
          <a:p>
            <a:pPr>
              <a:lnSpc>
                <a:spcPct val="150000"/>
              </a:lnSpc>
            </a:pPr>
            <a:r>
              <a:rPr lang="en-US" dirty="0"/>
              <a:t>User input/output (</a:t>
            </a:r>
            <a:r>
              <a:rPr lang="en-US" dirty="0" err="1"/>
              <a:t>scanf</a:t>
            </a:r>
            <a:r>
              <a:rPr lang="en-US" dirty="0"/>
              <a:t>, </a:t>
            </a:r>
            <a:r>
              <a:rPr lang="en-US" dirty="0" err="1"/>
              <a:t>printf</a:t>
            </a:r>
            <a:r>
              <a:rPr lang="en-US" dirty="0"/>
              <a:t>)</a:t>
            </a:r>
          </a:p>
          <a:p>
            <a:pPr>
              <a:lnSpc>
                <a:spcPct val="150000"/>
              </a:lnSpc>
            </a:pPr>
            <a:r>
              <a:rPr lang="en-US" dirty="0"/>
              <a:t>4. Core Idea in One Line</a:t>
            </a:r>
          </a:p>
          <a:p>
            <a:pPr>
              <a:lnSpc>
                <a:spcPct val="150000"/>
              </a:lnSpc>
            </a:pPr>
            <a:r>
              <a:rPr lang="en-US" dirty="0"/>
              <a:t>👉 The core of this project is to collect age data, categorize users into age groups, and generate a summarized survey report using C programming logic.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53787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1098B-5E9F-9D1D-EFF5-0DB102B03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9" y="0"/>
            <a:ext cx="10515600" cy="1325563"/>
          </a:xfrm>
        </p:spPr>
        <p:txBody>
          <a:bodyPr/>
          <a:lstStyle/>
          <a:p>
            <a:r>
              <a:rPr lang="en-IN" dirty="0"/>
              <a:t>📊 </a:t>
            </a:r>
            <a:r>
              <a:rPr lang="en-IN" b="1" u="sng" dirty="0">
                <a:solidFill>
                  <a:srgbClr val="FF0000"/>
                </a:solidFill>
              </a:rPr>
              <a:t>Output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8350FD-B987-4052-B50B-29B55D597C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13" t="42299" r="59538" b="13208"/>
          <a:stretch>
            <a:fillRect/>
          </a:stretch>
        </p:blipFill>
        <p:spPr>
          <a:xfrm>
            <a:off x="933254" y="1102937"/>
            <a:ext cx="7522589" cy="5335570"/>
          </a:xfrm>
        </p:spPr>
      </p:pic>
    </p:spTree>
    <p:extLst>
      <p:ext uri="{BB962C8B-B14F-4D97-AF65-F5344CB8AC3E}">
        <p14:creationId xmlns:p14="http://schemas.microsoft.com/office/powerpoint/2010/main" val="41924560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7A919-DB22-5C02-6321-554A14C7C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95" y="452718"/>
            <a:ext cx="11651530" cy="1400530"/>
          </a:xfrm>
        </p:spPr>
        <p:txBody>
          <a:bodyPr/>
          <a:lstStyle/>
          <a:p>
            <a:r>
              <a:rPr lang="en-US" dirty="0"/>
              <a:t>✅ </a:t>
            </a:r>
            <a:r>
              <a:rPr lang="en-US" b="1" u="sng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Advantages of Age Survey Analyzer</a:t>
            </a:r>
            <a:endParaRPr lang="en-IN" b="1" u="sng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B3F9B-EAC2-88E4-6D7E-B13B8FA14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181" y="2052918"/>
            <a:ext cx="11538409" cy="46660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1️⃣ Easy to Use</a:t>
            </a:r>
          </a:p>
          <a:p>
            <a:pPr marL="0" indent="0">
              <a:buNone/>
            </a:pPr>
            <a:r>
              <a:rPr lang="en-US" dirty="0"/>
              <a:t>👤 The program is simple and easy to operate for users of any level.</a:t>
            </a:r>
          </a:p>
          <a:p>
            <a:r>
              <a:rPr lang="en-US" dirty="0"/>
              <a:t>2️⃣ Fast Data Processing</a:t>
            </a:r>
          </a:p>
          <a:p>
            <a:pPr marL="0" indent="0">
              <a:buNone/>
            </a:pPr>
            <a:r>
              <a:rPr lang="en-US" dirty="0"/>
              <a:t>⚡ Automatically collects and classifies data quickly using loops and conditions.</a:t>
            </a:r>
          </a:p>
          <a:p>
            <a:r>
              <a:rPr lang="en-US" dirty="0"/>
              <a:t>3️⃣ Accurate Results</a:t>
            </a:r>
          </a:p>
          <a:p>
            <a:pPr marL="0" indent="0">
              <a:buNone/>
            </a:pPr>
            <a:r>
              <a:rPr lang="en-US" dirty="0"/>
              <a:t>📊 Ensures correct counting of each age group using logical conditions.</a:t>
            </a:r>
          </a:p>
          <a:p>
            <a:r>
              <a:rPr lang="en-US" dirty="0"/>
              <a:t>4️⃣ Reusable</a:t>
            </a:r>
          </a:p>
          <a:p>
            <a:pPr marL="0" indent="0">
              <a:buNone/>
            </a:pPr>
            <a:r>
              <a:rPr lang="en-US" dirty="0"/>
              <a:t>♻️ The program can be reused for any number of users.</a:t>
            </a:r>
          </a:p>
          <a:p>
            <a:r>
              <a:rPr lang="en-US" dirty="0"/>
              <a:t>5️⃣ Helps in Data Analysis</a:t>
            </a:r>
          </a:p>
          <a:p>
            <a:pPr marL="0" indent="0">
              <a:buNone/>
            </a:pPr>
            <a:r>
              <a:rPr lang="en-US" dirty="0"/>
              <a:t>💡 Useful for surveys, population studies, and age-based research.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5110A9-0E19-A686-35F4-66A1A0275E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3303" y="4316361"/>
            <a:ext cx="2210057" cy="2402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94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E3B47-5790-79BC-F9A9-D7B6578B4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64" y="381136"/>
            <a:ext cx="11849492" cy="1400530"/>
          </a:xfrm>
        </p:spPr>
        <p:txBody>
          <a:bodyPr/>
          <a:lstStyle/>
          <a:p>
            <a:r>
              <a:rPr lang="en-US" dirty="0"/>
              <a:t>🔮 </a:t>
            </a:r>
            <a:r>
              <a:rPr lang="en-US" b="1" u="sng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Future Scope of Age Survey Analyzer</a:t>
            </a:r>
            <a:endParaRPr lang="en-IN" b="1" u="sng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2334D-2A8B-683B-69B6-1338E8EB7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864" y="1781666"/>
            <a:ext cx="10944520" cy="49207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IN" dirty="0"/>
          </a:p>
          <a:p>
            <a:r>
              <a:rPr lang="en-IN" dirty="0"/>
              <a:t>1️⃣ Graphical User Interface (GUI)</a:t>
            </a:r>
          </a:p>
          <a:p>
            <a:pPr marL="0" indent="0">
              <a:buNone/>
            </a:pPr>
            <a:r>
              <a:rPr lang="en-IN" dirty="0"/>
              <a:t>🖥️ The program can be upgraded to have a GUI using tools like  Java Swing for better         user  interaction.</a:t>
            </a:r>
          </a:p>
          <a:p>
            <a:r>
              <a:rPr lang="en-IN" dirty="0"/>
              <a:t>2️⃣ Save &amp; Export Data</a:t>
            </a:r>
          </a:p>
          <a:p>
            <a:pPr marL="0" indent="0">
              <a:buNone/>
            </a:pPr>
            <a:r>
              <a:rPr lang="en-IN" dirty="0"/>
              <a:t>💾 Ability to store survey data in files (CSV, Excel) for later analysis.</a:t>
            </a:r>
          </a:p>
          <a:p>
            <a:r>
              <a:rPr lang="en-IN" dirty="0"/>
              <a:t>3️⃣ Advanced Data Analysis</a:t>
            </a:r>
          </a:p>
          <a:p>
            <a:pPr marL="0" indent="0">
              <a:buNone/>
            </a:pPr>
            <a:r>
              <a:rPr lang="en-IN" dirty="0"/>
              <a:t>📊 Integrate with charts and graphs to visually represent age statistics.</a:t>
            </a:r>
          </a:p>
          <a:p>
            <a:r>
              <a:rPr lang="en-IN" dirty="0"/>
              <a:t>4️⃣ Web-Based Version</a:t>
            </a:r>
          </a:p>
          <a:p>
            <a:pPr marL="0" indent="0">
              <a:buNone/>
            </a:pPr>
            <a:r>
              <a:rPr lang="en-IN" dirty="0"/>
              <a:t>🌐 Can be developed as a web application for online surveys.</a:t>
            </a:r>
          </a:p>
          <a:p>
            <a:r>
              <a:rPr lang="en-IN" dirty="0"/>
              <a:t>5️⃣ Integration with Databases</a:t>
            </a:r>
          </a:p>
          <a:p>
            <a:pPr marL="0" indent="0">
              <a:buNone/>
            </a:pPr>
            <a:r>
              <a:rPr lang="en-IN" dirty="0"/>
              <a:t>🗄️ Use SQL/NoSQL databases to handle large-scale survey data.</a:t>
            </a:r>
          </a:p>
        </p:txBody>
      </p:sp>
    </p:spTree>
    <p:extLst>
      <p:ext uri="{BB962C8B-B14F-4D97-AF65-F5344CB8AC3E}">
        <p14:creationId xmlns:p14="http://schemas.microsoft.com/office/powerpoint/2010/main" val="635921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5197A3-B325-32AE-AB6D-D1646CD24D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122548" y="0"/>
            <a:ext cx="12069452" cy="6589336"/>
          </a:xfrm>
        </p:spPr>
      </p:pic>
    </p:spTree>
    <p:extLst>
      <p:ext uri="{BB962C8B-B14F-4D97-AF65-F5344CB8AC3E}">
        <p14:creationId xmlns:p14="http://schemas.microsoft.com/office/powerpoint/2010/main" val="31502956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1066</TotalTime>
  <Words>790</Words>
  <Application>Microsoft Office PowerPoint</Application>
  <PresentationFormat>Widescreen</PresentationFormat>
  <Paragraphs>88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</vt:lpstr>
      <vt:lpstr>PROJECT  NAME  : AGE  SURVEY  ANALYZER            </vt:lpstr>
      <vt:lpstr>📌AGENDA</vt:lpstr>
      <vt:lpstr>🎯 OBJECTIVE </vt:lpstr>
      <vt:lpstr>🧾 INTRODUCTION TO PROJECT              🧑‍🤝‍🧑Age Survey  Analyzer Using c program</vt:lpstr>
      <vt:lpstr>🛠️ TOOLS &amp; TECHNOLOGIES USED</vt:lpstr>
      <vt:lpstr>⚙️ PROJECT WORKING</vt:lpstr>
      <vt:lpstr>📸 SCREENSHOT (survey analyzer code)</vt:lpstr>
      <vt:lpstr>PowerPoint Presentation</vt:lpstr>
      <vt:lpstr>📊 Output </vt:lpstr>
      <vt:lpstr>✅ Advantages of Age Survey Analyzer</vt:lpstr>
      <vt:lpstr>🔮 Future Scope of Age Survey Analyzer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yash nirmalkar</dc:creator>
  <cp:lastModifiedBy>shivam kumar</cp:lastModifiedBy>
  <cp:revision>15</cp:revision>
  <dcterms:created xsi:type="dcterms:W3CDTF">2026-01-01T19:19:26Z</dcterms:created>
  <dcterms:modified xsi:type="dcterms:W3CDTF">2026-01-06T15:33:30Z</dcterms:modified>
</cp:coreProperties>
</file>